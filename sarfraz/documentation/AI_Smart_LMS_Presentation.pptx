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56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799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0288D1">
              <a:alpha val="2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Smart Learning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Sarfraz  |  Roll No: BSIT-21-13  |  Session: 2021–2025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Ghulam Ghos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Bahauddin Zakariya University, Multan  •  January 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What is AI-Driven Smart LMS?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for BZU Multan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React.js frontend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Neumorphic UI design system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role-based portals: Admin, Teacher, Student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integrated AI subsystems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with JWT security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1234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0" y="169164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71907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Bahauddin Zakariya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University, Multan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265176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267919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Public-Sector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361188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63931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Resource-Constrained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Attendance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Error-prone, easily manipulated; no biometric verification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AI Chatbot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600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generative AI for subject-specific student support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Assessment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600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author every quiz question manually — very time-consuming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Plagiarism Check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063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paraphrase detection entirely absent from standard LMS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56032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Fragmented Systems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063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 &amp; LMS are separate; high admin overhead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56032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Weak Analytics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0632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basic grade summaries; no at-risk student identification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Aims &amp; Objectives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298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LMS Development (FastAPI + React)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98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06440" y="1298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Face Recognition for Login &amp; Attendance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121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Chatbot with FAISS RAG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01168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121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Attendance System (Lecture + Gate)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9443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944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&amp; JWT Security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9443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2944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Generation using Gemini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767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767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Analytics Engine &amp; Leaderboard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365760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767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OBJ-08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06440" y="3767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 &amp; Plagiarism Detection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527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Tier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733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 + Vite + Tailwind CSS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130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(17 pages)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24912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7523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Portal (10 pages)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346704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74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(13 pages)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968496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9959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Neumorphic Design 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14300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12527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Logic Tier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16733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2103120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2130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(60+ endpoints)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724912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27523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&amp; RBAC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3346704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374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3968496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39959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Chat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14300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12527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16733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2103120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2130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Database Tables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2724912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27523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Performance Indexes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3346704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3374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Index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3968496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39959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Embeddings (BLOB)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461772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Layer  (Cross-Cutting):  Face Recognition  •  Gemini Chatbot  •  Quiz Generator  •  Analytics Engine  •  Plagiarism Detection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AI Subsystems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128-d Embeddings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Two-Level Attendance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 accuracy, &lt;400ms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8016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1280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AI Chatbot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755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+ FAISS RAG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0848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assistant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context retrieval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1280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Quiz Generator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755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Prompt Engineering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0848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from any topic/content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 with explanations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83080" y="27432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74520" y="2834640"/>
            <a:ext cx="457200" cy="457200"/>
          </a:xfrm>
          <a:prstGeom prst="ellipse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423160" y="2834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Engine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74520" y="3310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Formula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74520" y="36393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5-component academic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&amp; at-risk detection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27432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834640"/>
            <a:ext cx="457200" cy="457200"/>
          </a:xfrm>
          <a:prstGeom prst="ellipse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57800" y="2834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Plagiarism Detector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09160" y="3310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difflib + Sentence-Transformers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36393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+ semantic similarity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High/Medium/Low risk levels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by Role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14300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344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Portal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" y="1737360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647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Manage Departments, Programs, Courses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" y="2258568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 &amp; Teacher Account Creation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" y="2779776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0720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Fee Voucher Bulk Generation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" y="3300984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2841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Campus Gate &amp; Camera Management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" y="3822192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962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System-wide Analytics Dashboard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12344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Portal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10128" y="1737360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7647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Lecture Session &amp; Attendance Marking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10128" y="2258568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28600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Assignment Creation &amp; Grading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10128" y="2779776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80720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Quiz Generation (Gemini)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10128" y="3300984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32841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Plagiarism Report Viewer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10128" y="3822192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84962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Course Analytics &amp; At-Risk List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80760" y="114300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2200" y="12344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Portal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90488" y="1737360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7647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Attendance &amp; Shortage Alerts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90488" y="2258568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28600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Submit Assignments &amp; Attempt Quizzes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90488" y="2779776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80720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Chatbot Assistant (24/7)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90488" y="3300984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32841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Performance Analytics &amp; Leaderboard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90488" y="3822192"/>
            <a:ext cx="2487168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84962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Fee Voucher Viewing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React.js 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579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140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Axios + WebSocket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18872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344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6459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0.104+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9019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1579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SQLAlchemy 2.x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4140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Uvicorn (ASGI)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18872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2344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6459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8.x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9019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 Tables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1579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Indexes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4140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Generated Columns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581912" y="28803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581912" y="288036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73352" y="29260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64792" y="3337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Dlib 19.24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64792" y="35935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Gemini API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64792" y="38496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FAISS 1.7+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64792" y="41056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sentence-transformers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62272" y="28803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62272" y="288036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29260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45152" y="3337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(python-jose)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45152" y="35935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/ passlib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45152" y="38496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 Middleware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45152" y="41056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 Policy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521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&amp; Auth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student_profiles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494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face_embeddings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1521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Structure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505595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departments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7922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programs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078853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courses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36548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course_offerings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9728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1521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 &amp; Attendance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enrollments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9019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lecture_attendance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2494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campus_attendance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88036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352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273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assignments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53204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submissions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75572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quizzes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026877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chatbot_conversations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288036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88036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29352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&amp; Analytics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3280" y="3337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fee_vouchers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fee_structures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83280" y="40325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student_performance_scores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2880360"/>
            <a:ext cx="2697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88036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9352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3640" y="3337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announcements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63640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notice_board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63640" y="40325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chat_messages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30 Tables  •  12 Performance Indexes  •  Managed via SQLAlchemy ORM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Two-Level Attendance System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— Lecture Attendance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creates lecture session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each student: Present / Absent / Late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'Mark All Present' feature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summary auto-recalculated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triggered below 75% threshold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005662"/>
          </a:solidFill>
          <a:ln w="12700">
            <a:solidFill>
              <a:srgbClr val="00566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D0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— Campus Gate Recognition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755648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camera captures student face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face recognition in real-time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Logs: entry direction + timestamp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filter: blocks same scan within 5 min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Cross-validates with lecture attendance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560320"/>
            <a:ext cx="548640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0FF"/>
                </a:solidFill>
              </a:rPr>
              <a:t>⟺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Analytics Engine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07008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070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Attendance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207008"/>
            <a:ext cx="685800" cy="6858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2070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6052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GPA Factor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6052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6208" y="1207008"/>
            <a:ext cx="685800" cy="6858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2070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Consistency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81912" y="269748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91640" y="2807208"/>
            <a:ext cx="685800" cy="6858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28072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96312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Accuracy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96312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62272" y="269748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807208"/>
            <a:ext cx="685800" cy="685800"/>
          </a:xfrm>
          <a:prstGeom prst="ellips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8072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76672" y="29260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Presence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519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42976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Score  =  0.25 × Attendance  +  0.25 × GPA  +  0.20 × Assignments  +  0.20 × Quizzes  +  0.10 × Campus Presence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 Results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Cases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234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0" y="1234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700784"/>
            <a:ext cx="8412480" cy="36576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55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755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1755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1755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112264"/>
            <a:ext cx="8412480" cy="365760"/>
          </a:xfrm>
          <a:prstGeom prst="roundRect">
            <a:avLst>
              <a:gd name="adj" fmla="val 10000"/>
            </a:avLst>
          </a:prstGeom>
          <a:solidFill>
            <a:srgbClr val="0D2851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67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2167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2167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23744"/>
            <a:ext cx="8412480" cy="36576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2935224"/>
            <a:ext cx="8412480" cy="365760"/>
          </a:xfrm>
          <a:prstGeom prst="roundRect">
            <a:avLst>
              <a:gd name="adj" fmla="val 10000"/>
            </a:avLst>
          </a:prstGeom>
          <a:solidFill>
            <a:srgbClr val="0D2851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90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346704"/>
            <a:ext cx="8412480" cy="36576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01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6616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77840" y="3401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3401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3758184"/>
            <a:ext cx="8412480" cy="365760"/>
          </a:xfrm>
          <a:prstGeom prst="roundRect">
            <a:avLst>
              <a:gd name="adj" fmla="val 10000"/>
            </a:avLst>
          </a:prstGeom>
          <a:solidFill>
            <a:srgbClr val="0D2851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13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566160" y="3813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77840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0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4169664"/>
            <a:ext cx="8412480" cy="36576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56616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77840" y="4224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15200" y="4224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F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4581144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72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566160" y="4672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577840" y="4672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315200" y="4672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 ✔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&amp; Achievements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98.2%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08860" y="1188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&lt;400ms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46888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Login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0972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78802" y="1188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&lt;500ms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188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76656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63 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Passed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Response Times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8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Response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8412480" cy="310896"/>
          </a:xfrm>
          <a:prstGeom prst="roundRect">
            <a:avLst>
              <a:gd name="adj" fmla="val 11765"/>
            </a:avLst>
          </a:prstGeom>
          <a:solidFill>
            <a:srgbClr val="E8EFF9"/>
          </a:solidFill>
          <a:ln w="12700">
            <a:solidFill>
              <a:srgbClr val="D0DA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021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5021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ms avg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3502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803904"/>
            <a:ext cx="841248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9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/auth/face-login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38496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1,840 ms avg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0" y="38496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151376"/>
            <a:ext cx="8412480" cy="310896"/>
          </a:xfrm>
          <a:prstGeom prst="roundRect">
            <a:avLst>
              <a:gd name="adj" fmla="val 11765"/>
            </a:avLst>
          </a:prstGeom>
          <a:solidFill>
            <a:srgbClr val="E8EFF9"/>
          </a:solidFill>
          <a:ln w="12700">
            <a:solidFill>
              <a:srgbClr val="D0DA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970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/chatbot/message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4197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3,250 ms avg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63840" y="4197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498848"/>
            <a:ext cx="841248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0DA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4456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/ai-quiz/generate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45445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4,100 ms avg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63840" y="45445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objectives successfully achieved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subsystems fully integrated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63/63 test cases passed (100%)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7 gaps in existing LMS platforms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on standard hardware without special infrastructure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for indigenous AI-powered academic software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004D5C"/>
          </a:solidFill>
          <a:ln w="12700">
            <a:solidFill>
              <a:srgbClr val="004D5C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D0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755648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Application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Deployment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Dropout Detection (ML)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&amp; Liveness Detection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Language UI Support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Multi-institution Multi-tenancy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Sarfraz  |  BSIT-21-13  |  BZU Multan  •  Supervisor: Mr. Ghulam Ghos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1022</Words>
  <Application>Microsoft Office PowerPoint</Application>
  <PresentationFormat>On-screen Show (16:9)</PresentationFormat>
  <Paragraphs>297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Smart LMS</dc:title>
  <dc:subject>PptxGenJS Presentation</dc:subject>
  <dc:creator>SARFRAZ - BSIT-21-13</dc:creator>
  <cp:lastModifiedBy>Sarfraz Ahmad</cp:lastModifiedBy>
  <cp:revision>3</cp:revision>
  <dcterms:created xsi:type="dcterms:W3CDTF">2026-06-10T07:15:47Z</dcterms:created>
  <dcterms:modified xsi:type="dcterms:W3CDTF">2026-06-18T18:39:36Z</dcterms:modified>
</cp:coreProperties>
</file>