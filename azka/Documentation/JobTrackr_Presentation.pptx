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672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12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C9295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C9295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E8547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C929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JT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8308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JobTrackr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Tracker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2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Your Job Applications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Pro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MERN application that helps job seekers organize applications, set reminders, and track their progress with a modern dashboard.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295A"/>
                </a:solidFill>
              </a:rPr>
              <a:t>React.js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0" y="45720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295A"/>
                </a:solidFill>
              </a:rPr>
              <a:t>Node.js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45720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295A"/>
                </a:solidFill>
              </a:rPr>
              <a:t>MongoDB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457200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295A"/>
                </a:solidFill>
              </a:rPr>
              <a:t>Express.js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9295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JobTrackr is a modern web application built using the MERN stack, designed to help job seekers organize and manage their job applications efficiently.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9295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lose track of hundreds of applications across multiple platforms, missing follow-ups and deadlines.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926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dashboard to track all applications, set reminders, and visualize progress with analytics.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17830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graduates, professionals seeking new roles, or anyone actively applying for jobs across companies.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C9295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Everything you need to manage your job search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295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8424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Track status: Wishlist, Applied, Interviewing, Offer, Accepted, Rejected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295A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Reminders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98424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 follow-up reminders with automated cron-based notification system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295A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98424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Visual stats — total applications, weekly count, status breakdown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295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Priority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6301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Assign Low / Medium / High priority to focus on top opportunities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9718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295A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Salary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6301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Record min/max salary with 30+ currency options per application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295A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&amp; Filter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6301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Search by company/position, filter by status, sort by multiple criteria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468880" cy="3749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554480"/>
            <a:ext cx="246888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</a:rPr>
              <a:t>React.js + Vite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React Router DOM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Framer Motion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455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Axios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6210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0965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React Hot Toast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468880" cy="3749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9728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C9295A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1554480"/>
            <a:ext cx="2468880" cy="228600"/>
          </a:xfrm>
          <a:prstGeom prst="rect">
            <a:avLst/>
          </a:prstGeom>
          <a:solidFill>
            <a:srgbClr val="C9295A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295A"/>
                </a:solidFill>
              </a:rPr>
              <a:t>Node.js + Express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295A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JWT Authentication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6700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295A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REST API Routes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1455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295A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Middleware Stack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6210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295A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Node-Cron Scheduler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40965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295A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Error Handler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097280"/>
            <a:ext cx="2468880" cy="3749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09728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1554480"/>
            <a:ext cx="246888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MongoDB + Mongoose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User Schema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26700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JobApplication Schema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31455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Indexed Queries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36210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Aggregation Pipeline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40965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▸ </a:t>
            </a:r>
            <a:r>
              <a:rPr lang="en-US" sz="1100" dirty="0">
                <a:solidFill>
                  <a:srgbClr val="475569"/>
                </a:solidFill>
              </a:rPr>
              <a:t>Atlas Cloud Ready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0" y="2971800"/>
            <a:ext cx="594360" cy="0"/>
          </a:xfrm>
          <a:prstGeom prst="line">
            <a:avLst/>
          </a:prstGeom>
          <a:noFill/>
          <a:ln w="25400">
            <a:solidFill>
              <a:srgbClr val="C929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2971800"/>
            <a:ext cx="594360" cy="0"/>
          </a:xfrm>
          <a:prstGeom prst="line">
            <a:avLst/>
          </a:prstGeom>
          <a:noFill/>
          <a:ln w="25400">
            <a:solidFill>
              <a:srgbClr val="C9295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C9295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Two core schemas with optimized indexing for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Schema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String (required, max 50)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String (unique, indexed)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String (bcrypt hashed)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isPremium: Boolean (default: false)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premiumPurchaseDate: Date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createdAt: Date (auto)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JobApplication Schema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ObjectId (ref: User)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2194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company, position: String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Enum (7 values)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3108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salary: { min, max, currency 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3566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followUpReminder: { enabled, date 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4023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tags: [String], priority: Enum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2971800"/>
            <a:ext cx="3657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78892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1 : 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Register new user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53212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32120" y="1463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Login &amp; receive JWT token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1109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02536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0253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1956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2311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Get current user profile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91109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002536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00253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32120" y="1956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22311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Get all jobs (filter/search/paginate)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67919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770632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77063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5156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29992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Create new job application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67919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770632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77063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PUT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3212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/api/jobs/:id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32120" y="29992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Update job application details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44728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538728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5387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51560" y="3493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/api/jobs/:id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" y="3767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Delete job application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44728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538728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5387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32120" y="3493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/api/jobs/stats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32120" y="37673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Get aggregated statistics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14600" y="421538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606040" y="4306824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2606040" y="430682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291840" y="42611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/api/jobs/reminders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91840" y="45354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Fetch upcoming reminders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Pages &amp; Routes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</a:t>
            </a:r>
            <a:r>
              <a:rPr lang="en-US" sz="1000" dirty="0">
                <a:solidFill>
                  <a:srgbClr val="94A3B8"/>
                </a:solidFill>
              </a:rPr>
              <a:t>Landing Page (Public)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  </a:t>
            </a:r>
            <a:r>
              <a:rPr lang="en-US" sz="1000" dirty="0">
                <a:solidFill>
                  <a:srgbClr val="94A3B8"/>
                </a:solidFill>
              </a:rPr>
              <a:t>Login Page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2494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/register  </a:t>
            </a:r>
            <a:r>
              <a:rPr lang="en-US" sz="1000" dirty="0">
                <a:solidFill>
                  <a:srgbClr val="94A3B8"/>
                </a:solidFill>
              </a:rPr>
              <a:t>Register Page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  </a:t>
            </a:r>
            <a:r>
              <a:rPr lang="en-US" sz="1000" dirty="0">
                <a:solidFill>
                  <a:srgbClr val="94A3B8"/>
                </a:solidFill>
              </a:rPr>
              <a:t>Dashboard (Stats + Reminders)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054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/jobs  </a:t>
            </a:r>
            <a:r>
              <a:rPr lang="en-US" sz="1000" dirty="0">
                <a:solidFill>
                  <a:srgbClr val="94A3B8"/>
                </a:solidFill>
              </a:rPr>
              <a:t>Applications List (CRUD)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456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/jobs/add  </a:t>
            </a:r>
            <a:r>
              <a:rPr lang="en-US" sz="1000" dirty="0">
                <a:solidFill>
                  <a:srgbClr val="94A3B8"/>
                </a:solidFill>
              </a:rPr>
              <a:t>Add New Application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858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/jobs/edit/:id  </a:t>
            </a:r>
            <a:r>
              <a:rPr lang="en-US" sz="1000" dirty="0">
                <a:solidFill>
                  <a:srgbClr val="94A3B8"/>
                </a:solidFill>
              </a:rPr>
              <a:t>Edit Application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261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4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/reminders  </a:t>
            </a:r>
            <a:r>
              <a:rPr lang="en-US" sz="1000" dirty="0">
                <a:solidFill>
                  <a:srgbClr val="94A3B8"/>
                </a:solidFill>
              </a:rPr>
              <a:t>Reminders Manager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47A"/>
                </a:solidFill>
              </a:rPr>
              <a:t>Key Libraries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4173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◆ React Router DOM v6 – SPA routing &amp; protected routes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17282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◆ Framer Motion – Smooth page &amp; element animations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2039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◆ Axios – HTTP client with JWT interceptors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350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◆ React Hot Toast – Toast notifications system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697480"/>
            <a:ext cx="4114800" cy="2148840"/>
          </a:xfrm>
          <a:prstGeom prst="roundRect">
            <a:avLst>
              <a:gd name="adj" fmla="val 5106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Reusable Components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◆ Layout.jsx – Sidebar navigation with auth state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538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◆ SearchableSelect.jsx – Searchable dropdown (currencies)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38770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◆ AuthContext.jsx – Global user state &amp; JWT management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42153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◆ PrivateRoute – Redirect unauthenticated users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Authentication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34440"/>
            <a:ext cx="685800" cy="685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295A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4231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User submits name, email, password. Password hashed with bcryptjs (salt rounds: 10).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234440"/>
            <a:ext cx="685800" cy="685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295A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Issued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4231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Server generates a signed JWT token (30 day expiry) using jsonwebtoken library.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1234440"/>
            <a:ext cx="685800" cy="685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295A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24231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Client stores JWT in localStorage and attaches it as Bearer token on every API request.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0" y="109728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1234440"/>
            <a:ext cx="685800" cy="685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295A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Routes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24231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Backend `protect` middleware verifies JWT and attaches user object to each request.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40280" y="2880360"/>
            <a:ext cx="228600" cy="0"/>
          </a:xfrm>
          <a:prstGeom prst="line">
            <a:avLst/>
          </a:prstGeom>
          <a:noFill/>
          <a:ln w="25400">
            <a:solidFill>
              <a:srgbClr val="C929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880360"/>
            <a:ext cx="228600" cy="0"/>
          </a:xfrm>
          <a:prstGeom prst="line">
            <a:avLst/>
          </a:prstGeom>
          <a:noFill/>
          <a:ln w="25400">
            <a:solidFill>
              <a:srgbClr val="C929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2880360"/>
            <a:ext cx="228600" cy="0"/>
          </a:xfrm>
          <a:prstGeom prst="line">
            <a:avLst/>
          </a:prstGeom>
          <a:noFill/>
          <a:ln w="25400">
            <a:solidFill>
              <a:srgbClr val="C929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663440"/>
            <a:ext cx="8595360" cy="411480"/>
          </a:xfrm>
          <a:prstGeom prst="roundRect">
            <a:avLst>
              <a:gd name="adj" fmla="val 22222"/>
            </a:avLst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🔒  Premium middleware (`premiumOnly`) restricts advanced features. Passwords never stored in plain text. 401 auto-redirects to login.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Comprehensive multi-layer testing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Pass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3272" y="13990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Individual functions tested — auth logic, job CRUD, reminder cron, password hashing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37160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⬡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35240" y="1417320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Pass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22392" y="13990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Integration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API route → controller → DB flow validated end-to-end with real MongoDB collections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⊕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46120" y="3246120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2461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Pass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" y="32278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Functional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15+ test cases covering register, login, CRUD operations, filtering, pagination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20040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C9295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⊡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35240" y="3246120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C9295A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32461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295A"/>
                </a:solidFill>
              </a:rPr>
              <a:t>Pass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22392" y="32278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Testing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JWT expiry, unauthorized access, SQL injection attempts, token manipulation tested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Achievement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2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8105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Pages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Implemented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0972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50592" y="18105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0972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26864" y="18105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Schemas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0972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143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03136" y="18105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Job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Statuses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Achieved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859536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Full MERN Stack Application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Fully Achieved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React, Express, MongoDB, Node.js all integrated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JWT Authentication System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Fully Achieved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Register, login, protected routes, 30-day expiry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Job Application CRUD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Fully Achieved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Create, Read, Update, Delete with pagination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Reminder/Notification System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Fully Achieved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Cron job checks hourly, marks reminders notified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Premium Subscription Feature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</a:rPr>
                        <a:t>Fully Achieved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</a:rPr>
                        <a:t>Simulated one-time upgrade, middleware protection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Enhancements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Route Ordering in Express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64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Stats &amp; reminders routes placed before /:id to prevent conflicts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854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SearchableSelect 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41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Built custom searchable dropdown from scratch for currency selection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62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JWT Token Expiry Handling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18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Axios interceptors automatically redirect on 401 responses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38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Cron Job Reliability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Node-cron with hourly checks and `notified` flag prevents duplicate alerts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2153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Free Tier Limits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714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Implemented application count checks server-side for free users (≤25 apps)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0058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📧  Email notifications for reminders via SendGrid/Nodemailer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📄  Export to PDF/CSV for application reports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📊  AI-powered job match scoring using ML models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🤝  LinkedIn/Indeed OAuth integration for auto-fill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📱  React Native mobile app for on-the-go tracking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💬  Interview notes with voice-to-text support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9295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94A3B8"/>
                </a:solidFill>
              </a:rPr>
              <a:t>JobTrackr successfully demonstrates a complete, production-ready full-stack web application that solves a real-world problem faced by job seekers worldwide.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21488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Clean separation of concerns with React frontend, Express API, and MongoDB database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1488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Industry-standard JWT auth, bcrypt password hashing, and role-based access control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21488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A2E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Pagination, database indexing, and premium tier ready for production deployment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2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919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1103</Words>
  <Application>Microsoft Office PowerPoint</Application>
  <PresentationFormat>On-screen Show (16:9)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JobTrackr - Job Application Tracker</dc:title>
  <dc:subject>PptxGenJS Presentation</dc:subject>
  <dc:creator>PptxGenJS</dc:creator>
  <cp:lastModifiedBy>Sarfraz Ahmad</cp:lastModifiedBy>
  <cp:revision>2</cp:revision>
  <dcterms:created xsi:type="dcterms:W3CDTF">2026-06-15T07:03:50Z</dcterms:created>
  <dcterms:modified xsi:type="dcterms:W3CDTF">2026-06-15T07:12:05Z</dcterms:modified>
</cp:coreProperties>
</file>